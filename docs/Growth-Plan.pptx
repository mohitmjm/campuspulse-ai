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7A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STUDENT INSIGHT &amp; OBJECTIVE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52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don't want an AI workshop. They want an answer to “what have you built?”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52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Audience: final-year engineering students, 3–6 months from placements, any branch.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52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Insight: they trust classmates over ads and live in class/hostel WhatsApp groups; the job they hire a workshop for is a portfolio project.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52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Objective: 500 registrations in 7 days, ₹2,000 budget, no paid ads, fully measurable by channel.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52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Positioning: “Leave with a working AI app + GitHub repo you can demo in interviews — in 60 minutes, free.”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52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= 500 registrations, ≥40% from ambassadors, cost per registration ≤ ₹4.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 AI · Growth Plan · 1/5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7A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ACQUISITION STRATEGY &amp; 500-REGISTRATION FUNNEL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52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peer-led channels, one tracked funnel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Channel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Reach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Click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Clicks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Convert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A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Ambassadors + WhatsApp (40 amb. × ~3 groups)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12,000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1,200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264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 clubs &amp; communities (15 clubs)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6,000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480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144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Peer referral + organic social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2,300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20,300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1,910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Assumptions, not measurements. Risk: WhatsApp fatigue &amp; ambassador skew → backup: 1:1 DMs, recruit Day-1 registrants. Clubs slow → ambassadors who are club members post directly.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 AI · Growth Plan · 2/5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7A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SEVEN-DAY ROLLOUT &amp; ₹2,000 BUDGET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52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Front-load distribution, decide at mid-point, close with urgency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Focus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Cum. target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Spend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A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Onboard 40 ambassadors; A/B messages live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Club announcement kits; first leaderboard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₹200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Peer share card + reminders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Mid-point: read Test 1, Copilot pace review; contingency decision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₹300*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Second club post + QR posters; support low ambassadors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₹400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“Seats closing” push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430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Final reminder; rewards (₹500 ambassadors + ₹600 referrers)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₹1,100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Budget: rewards ₹500 · referrer prizes ₹600 · club kit ₹400 · posters ₹200 · contingency ₹300 (*released only if &lt;80% of plan) = ₹2,000.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 AI · Growth Plan · 3/5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7A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THREE GROWTH TESTS &amp; MEASUREMENT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52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Hypothesis → test → metric, with a decision rule for each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Hypothesis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Ship if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A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· Value prop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Placement message beats generic “learn AI”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Regs ÷ landing sessions per variant (v=)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≥20% lift, ≥150 sessions/arm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· Referral recognition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Leaderboard + personal tracking lifts ambassador output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Regs per active ambassador per cohort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≥25% more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· Form friction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Minimal form completes more than extended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Regs ÷ form starts per variant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0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≥10 pp, ≥80 starts/arm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Guardrails: group complaints, final-year share, ambassador drop-out. Measurement limit: views inside WhatsApp aren't observable, so rates start at the tracked landing session.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 AI · Growth Plan · 4/5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7A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CAMPUSPULSE AI — PRODUCT &amp; LEARNING LOOP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52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working engine, not a landing page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52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Registration: validation, normalized-email duplicate protection, referral attribution, confirmation ID, share card.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52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Ambassador portal: unique codes, tracked links, WhatsApp-ready A/B messages, personal dashboard, leaderboards.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52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Center: funnel, channel vs plan, colleges, ambassadors, budget, experiments — from stored data only.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52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Growth Copilot: deterministic rules (pace, channel gap, college, ambassador skew, budget, late shortfall) with the numbers behind each call; optional LLM summary.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52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Simulation Mode: 3 seeded scenarios, all labelled SIMULATED and isolated from real records.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52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loop: read Copilot → pick 1 action → log decision → compare to plan next day.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 AI · Growth Plan · 5/5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CampusPulse AI — Growth Plan</dc:title>
  <dc:subject>PptxGenJS Presentation</dc:subject>
  <dc:creator>PptxGenJS</dc:creator>
  <cp:lastModifiedBy>PptxGenJS</cp:lastModifiedBy>
  <cp:revision>1</cp:revision>
  <dcterms:created xsi:type="dcterms:W3CDTF">2026-10-29T17:07:09Z</dcterms:created>
  <dcterms:modified xsi:type="dcterms:W3CDTF">2026-10-29T17:07:09Z</dcterms:modified>
</cp:coreProperties>
</file>